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c6f80d1ff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c6f80d1f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c6f80d1ff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c6f80d1f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c6f80d1ff_0_2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c6f80d1ff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h408f64e71dc0467c_1_15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h408f64e71dc0467c_1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h408f64e71dc0467c_1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h408f64e71dc0467c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c6f80d1ff_0_2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c6f80d1ff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h408f64e71dc0467c_1_5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h408f64e71dc0467c_1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h408f64e71dc0467c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h408f64e71dc0467c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h408f64e71dc0467c_1_6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h408f64e71dc0467c_1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h408f64e71dc0467c_1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h408f64e71dc0467c_1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h408f64e71dc0467c_1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h408f64e71dc0467c_1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h408f64e71dc0467c_1_8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h408f64e71dc0467c_1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h408f64e71dc0467c_1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h408f64e71dc0467c_1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h408f64e71dc0467c_1_12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h408f64e71dc0467c_1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h408f64e71dc0467c_1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h408f64e71dc0467c_1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h408f64e71dc0467c_1_13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h408f64e71dc0467c_1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h408f64e71dc0467c_1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h408f64e71dc0467c_1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h408f64e71dc0467c_1_10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h408f64e71dc0467c_1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h408f64e71dc0467c_1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h408f64e71dc0467c_1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h408f64e71dc0467c_1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h408f64e71dc0467c_1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2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5.png"/><Relationship Id="rId5"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20.png"/><Relationship Id="rId5"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Karolina Lęcznar</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Automation Engineer with Python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About me</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Diversely skilled Engineer with hands-on experience in API integration, application development, database technologies, and AI-powered solutions. Passionate about building practical software tools, automating repetitive tasks, continuously expanding programming skills to build scalable solutions.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Portfolio samples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311700" y="555600"/>
            <a:ext cx="28080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SHELL FAIR API bot</a:t>
            </a:r>
            <a:endParaRPr/>
          </a:p>
          <a:p>
            <a:pPr indent="0" lvl="0" marL="0" rtl="0" algn="l">
              <a:spcBef>
                <a:spcPts val="0"/>
              </a:spcBef>
              <a:spcAft>
                <a:spcPts val="0"/>
              </a:spcAft>
              <a:buNone/>
            </a:pPr>
            <a:r>
              <a:rPr lang="en" sz="1733"/>
              <a:t>(API integration with Python) </a:t>
            </a:r>
            <a:endParaRPr sz="1733"/>
          </a:p>
        </p:txBody>
      </p:sp>
      <p:sp>
        <p:nvSpPr>
          <p:cNvPr id="72" name="Google Shape;72;p16"/>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1400"/>
              <a:t>Connect to the Net-Inspect API server and create Shell FAIRs for Delegated suppliers for customer Rolls-Royce automatically</a:t>
            </a:r>
            <a:endParaRPr sz="1400"/>
          </a:p>
          <a:p>
            <a:pPr indent="0" lvl="0" marL="0" rtl="0" algn="l">
              <a:spcBef>
                <a:spcPts val="1200"/>
              </a:spcBef>
              <a:spcAft>
                <a:spcPts val="0"/>
              </a:spcAft>
              <a:buNone/>
            </a:pPr>
            <a:r>
              <a:rPr lang="en" sz="1400"/>
              <a:t>GET: find FAIRs that don’t have a Shell FAIR yet and extract data</a:t>
            </a:r>
            <a:endParaRPr sz="1400"/>
          </a:p>
          <a:p>
            <a:pPr indent="0" lvl="0" marL="0" rtl="0" algn="l">
              <a:spcBef>
                <a:spcPts val="1200"/>
              </a:spcBef>
              <a:spcAft>
                <a:spcPts val="0"/>
              </a:spcAft>
              <a:buNone/>
            </a:pPr>
            <a:r>
              <a:rPr lang="en" sz="1400"/>
              <a:t>POST: create a Shell FAIR (Incora Form 1) + fill out required data</a:t>
            </a:r>
            <a:endParaRPr sz="1400"/>
          </a:p>
          <a:p>
            <a:pPr indent="0" lvl="0" marL="0" rtl="0" algn="l">
              <a:spcBef>
                <a:spcPts val="1200"/>
              </a:spcBef>
              <a:spcAft>
                <a:spcPts val="0"/>
              </a:spcAft>
              <a:buNone/>
            </a:pPr>
            <a:r>
              <a:rPr lang="en" sz="1400"/>
              <a:t>PUT: amend data if needed</a:t>
            </a:r>
            <a:endParaRPr sz="1400"/>
          </a:p>
          <a:p>
            <a:pPr indent="0" lvl="0" marL="0" rtl="0" algn="l">
              <a:lnSpc>
                <a:spcPct val="100000"/>
              </a:lnSpc>
              <a:spcBef>
                <a:spcPts val="1200"/>
              </a:spcBef>
              <a:spcAft>
                <a:spcPts val="0"/>
              </a:spcAft>
              <a:buNone/>
            </a:pPr>
            <a:r>
              <a:t/>
            </a:r>
            <a:endParaRPr sz="1400"/>
          </a:p>
        </p:txBody>
      </p:sp>
      <p:pic>
        <p:nvPicPr>
          <p:cNvPr id="73" name="Google Shape;73;p16"/>
          <p:cNvPicPr preferRelativeResize="0"/>
          <p:nvPr/>
        </p:nvPicPr>
        <p:blipFill>
          <a:blip r:embed="rId3">
            <a:alphaModFix/>
          </a:blip>
          <a:stretch>
            <a:fillRect/>
          </a:stretch>
        </p:blipFill>
        <p:spPr>
          <a:xfrm>
            <a:off x="3841775" y="427975"/>
            <a:ext cx="5017500" cy="42875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idx="1" type="body"/>
          </p:nvPr>
        </p:nvSpPr>
        <p:spPr>
          <a:xfrm>
            <a:off x="520500" y="982050"/>
            <a:ext cx="8103000" cy="317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t>Automated bot for Shell FAIR creation powered with Net Inspect API, originally implemented using web scraping techniques (originally done manually by the Quality department), now refactored to leverage NI API for improved reliability and performance.</a:t>
            </a:r>
            <a:endParaRPr sz="1400"/>
          </a:p>
          <a:p>
            <a:pPr indent="0" lvl="0" marL="0" rtl="0" algn="l">
              <a:spcBef>
                <a:spcPts val="1200"/>
              </a:spcBef>
              <a:spcAft>
                <a:spcPts val="0"/>
              </a:spcAft>
              <a:buNone/>
            </a:pPr>
            <a:r>
              <a:rPr lang="en" sz="1400"/>
              <a:t>The project initially relied on HTML parsing and browser automation to extract data and perform actions. This approach was later replaced with direct API integration, significantly enhancing speed, stability, and maintainability while reducing susceptibility to UI changes and anti-scraping mechanisms.</a:t>
            </a:r>
            <a:endParaRPr sz="1400"/>
          </a:p>
          <a:p>
            <a:pPr indent="0" lvl="0" marL="0" rtl="0" algn="l">
              <a:spcBef>
                <a:spcPts val="1200"/>
              </a:spcBef>
              <a:spcAft>
                <a:spcPts val="1200"/>
              </a:spcAft>
              <a:buNone/>
            </a:pPr>
            <a:r>
              <a:rPr lang="en" sz="1400"/>
              <a:t>Key features include real-time data retrieval, automated Shell FAIR creation based on configurable criteria, and efficient request handling with rate limiting and error management. The bot supports scalable architecture, allowing easy extension for additional endpoints or automation workflows.</a:t>
            </a:r>
            <a:endParaRPr sz="1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txBox="1"/>
          <p:nvPr>
            <p:ph type="title"/>
          </p:nvPr>
        </p:nvSpPr>
        <p:spPr>
          <a:xfrm>
            <a:off x="397750" y="1012275"/>
            <a:ext cx="28080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AI-driven workflow automation</a:t>
            </a:r>
            <a:endParaRPr/>
          </a:p>
          <a:p>
            <a:pPr indent="0" lvl="0" marL="0" rtl="0" algn="l">
              <a:spcBef>
                <a:spcPts val="0"/>
              </a:spcBef>
              <a:spcAft>
                <a:spcPts val="0"/>
              </a:spcAft>
              <a:buNone/>
            </a:pPr>
            <a:r>
              <a:rPr lang="en"/>
              <a:t>(AI</a:t>
            </a:r>
            <a:r>
              <a:rPr lang="en"/>
              <a:t> + Python</a:t>
            </a:r>
            <a:r>
              <a:rPr lang="en"/>
              <a:t>) </a:t>
            </a:r>
            <a:endParaRPr/>
          </a:p>
        </p:txBody>
      </p:sp>
      <p:sp>
        <p:nvSpPr>
          <p:cNvPr id="84" name="Google Shape;84;p18"/>
          <p:cNvSpPr txBox="1"/>
          <p:nvPr>
            <p:ph idx="1" type="body"/>
          </p:nvPr>
        </p:nvSpPr>
        <p:spPr>
          <a:xfrm>
            <a:off x="397750" y="1767975"/>
            <a:ext cx="2808000" cy="2565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400"/>
              <a:t>Developed an AI-driven workflow automation solution leveraging a locally hosted Llama 3 model via Ollama. Integrated Excel data processing with PostgreSQL and SQLAlchemy to enable natural-language querying, automated data analysis, AI-generated responses with dynamic chart generation using Matplotlib.</a:t>
            </a:r>
            <a:endParaRPr sz="1400"/>
          </a:p>
        </p:txBody>
      </p:sp>
      <p:pic>
        <p:nvPicPr>
          <p:cNvPr id="85" name="Google Shape;85;p18"/>
          <p:cNvPicPr preferRelativeResize="0"/>
          <p:nvPr/>
        </p:nvPicPr>
        <p:blipFill>
          <a:blip r:embed="rId3">
            <a:alphaModFix/>
          </a:blip>
          <a:stretch>
            <a:fillRect/>
          </a:stretch>
        </p:blipFill>
        <p:spPr>
          <a:xfrm>
            <a:off x="4219150" y="606200"/>
            <a:ext cx="4154200" cy="39310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555600"/>
            <a:ext cx="32298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WHITELIST PROJECT </a:t>
            </a:r>
            <a:endParaRPr/>
          </a:p>
          <a:p>
            <a:pPr indent="0" lvl="0" marL="0" rtl="0" algn="l">
              <a:spcBef>
                <a:spcPts val="0"/>
              </a:spcBef>
              <a:spcAft>
                <a:spcPts val="0"/>
              </a:spcAft>
              <a:buNone/>
            </a:pPr>
            <a:r>
              <a:rPr lang="en"/>
              <a:t>(web scraping)</a:t>
            </a:r>
            <a:endParaRPr sz="1733"/>
          </a:p>
        </p:txBody>
      </p:sp>
      <p:sp>
        <p:nvSpPr>
          <p:cNvPr id="91" name="Google Shape;91;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400"/>
              <a:t>Developed an app, which verifies whether companies, for which payments are to be released, are active taxpayers on Wykaz podatników VAT - wyszukiwarka - podatki.gov.pl, and subsequently saving confirmation reports in designated folders, previously handled manually by AP clerks. The tool has potential for further development and replication in other Incora's divisions - time/cost saving up to ~120h annually.</a:t>
            </a:r>
            <a:endParaRPr sz="1400"/>
          </a:p>
        </p:txBody>
      </p:sp>
      <p:pic>
        <p:nvPicPr>
          <p:cNvPr id="92" name="Google Shape;92;p19"/>
          <p:cNvPicPr preferRelativeResize="0"/>
          <p:nvPr/>
        </p:nvPicPr>
        <p:blipFill>
          <a:blip r:embed="rId3">
            <a:alphaModFix/>
          </a:blip>
          <a:stretch>
            <a:fillRect/>
          </a:stretch>
        </p:blipFill>
        <p:spPr>
          <a:xfrm>
            <a:off x="3401200" y="808050"/>
            <a:ext cx="5409639" cy="3527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id="97" name="Google Shape;97;p20"/>
          <p:cNvPicPr preferRelativeResize="0"/>
          <p:nvPr/>
        </p:nvPicPr>
        <p:blipFill>
          <a:blip r:embed="rId3">
            <a:alphaModFix/>
          </a:blip>
          <a:stretch>
            <a:fillRect/>
          </a:stretch>
        </p:blipFill>
        <p:spPr>
          <a:xfrm>
            <a:off x="227675" y="635638"/>
            <a:ext cx="4965850" cy="3872225"/>
          </a:xfrm>
          <a:prstGeom prst="rect">
            <a:avLst/>
          </a:prstGeom>
          <a:noFill/>
          <a:ln>
            <a:noFill/>
          </a:ln>
        </p:spPr>
      </p:pic>
      <p:pic>
        <p:nvPicPr>
          <p:cNvPr id="98" name="Google Shape;98;p20"/>
          <p:cNvPicPr preferRelativeResize="0"/>
          <p:nvPr/>
        </p:nvPicPr>
        <p:blipFill>
          <a:blip r:embed="rId4">
            <a:alphaModFix/>
          </a:blip>
          <a:stretch>
            <a:fillRect/>
          </a:stretch>
        </p:blipFill>
        <p:spPr>
          <a:xfrm>
            <a:off x="5307397" y="635650"/>
            <a:ext cx="3651929" cy="38722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type="title"/>
          </p:nvPr>
        </p:nvSpPr>
        <p:spPr>
          <a:xfrm>
            <a:off x="246700" y="808050"/>
            <a:ext cx="32298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WATCHLIST PROJECT (web scraping)</a:t>
            </a:r>
            <a:endParaRPr sz="1733"/>
          </a:p>
        </p:txBody>
      </p:sp>
      <p:sp>
        <p:nvSpPr>
          <p:cNvPr id="104" name="Google Shape;104;p21"/>
          <p:cNvSpPr txBox="1"/>
          <p:nvPr>
            <p:ph idx="1" type="body"/>
          </p:nvPr>
        </p:nvSpPr>
        <p:spPr>
          <a:xfrm>
            <a:off x="311700" y="1733825"/>
            <a:ext cx="2808000" cy="3179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400"/>
              <a:t>Developed an app, which verifies suppliers' AS/ISO certificates on OASIS website, downloads certificates into designated directory, creates reports, done once a month, previously handled manually by the Quality department - time/cost saving up to ~540h annually</a:t>
            </a:r>
            <a:endParaRPr sz="1400"/>
          </a:p>
        </p:txBody>
      </p:sp>
      <p:pic>
        <p:nvPicPr>
          <p:cNvPr id="105" name="Google Shape;105;p21"/>
          <p:cNvPicPr preferRelativeResize="0"/>
          <p:nvPr/>
        </p:nvPicPr>
        <p:blipFill>
          <a:blip r:embed="rId3">
            <a:alphaModFix/>
          </a:blip>
          <a:stretch>
            <a:fillRect/>
          </a:stretch>
        </p:blipFill>
        <p:spPr>
          <a:xfrm>
            <a:off x="3422725" y="808050"/>
            <a:ext cx="5534498" cy="3527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22"/>
          <p:cNvPicPr preferRelativeResize="0"/>
          <p:nvPr/>
        </p:nvPicPr>
        <p:blipFill>
          <a:blip r:embed="rId3">
            <a:alphaModFix/>
          </a:blip>
          <a:stretch>
            <a:fillRect/>
          </a:stretch>
        </p:blipFill>
        <p:spPr>
          <a:xfrm>
            <a:off x="378350" y="614850"/>
            <a:ext cx="5445176" cy="2859550"/>
          </a:xfrm>
          <a:prstGeom prst="rect">
            <a:avLst/>
          </a:prstGeom>
          <a:noFill/>
          <a:ln>
            <a:noFill/>
          </a:ln>
        </p:spPr>
      </p:pic>
      <p:pic>
        <p:nvPicPr>
          <p:cNvPr id="111" name="Google Shape;111;p22"/>
          <p:cNvPicPr preferRelativeResize="0"/>
          <p:nvPr/>
        </p:nvPicPr>
        <p:blipFill>
          <a:blip r:embed="rId4">
            <a:alphaModFix/>
          </a:blip>
          <a:stretch>
            <a:fillRect/>
          </a:stretch>
        </p:blipFill>
        <p:spPr>
          <a:xfrm>
            <a:off x="6224928" y="624488"/>
            <a:ext cx="2441172" cy="3894525"/>
          </a:xfrm>
          <a:prstGeom prst="rect">
            <a:avLst/>
          </a:prstGeom>
          <a:noFill/>
          <a:ln>
            <a:noFill/>
          </a:ln>
        </p:spPr>
      </p:pic>
      <p:pic>
        <p:nvPicPr>
          <p:cNvPr id="112" name="Google Shape;112;p22"/>
          <p:cNvPicPr preferRelativeResize="0"/>
          <p:nvPr/>
        </p:nvPicPr>
        <p:blipFill>
          <a:blip r:embed="rId5">
            <a:alphaModFix/>
          </a:blip>
          <a:stretch>
            <a:fillRect/>
          </a:stretch>
        </p:blipFill>
        <p:spPr>
          <a:xfrm>
            <a:off x="378350" y="3664434"/>
            <a:ext cx="5445175" cy="84494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p23"/>
          <p:cNvPicPr preferRelativeResize="0"/>
          <p:nvPr/>
        </p:nvPicPr>
        <p:blipFill>
          <a:blip r:embed="rId3">
            <a:alphaModFix/>
          </a:blip>
          <a:stretch>
            <a:fillRect/>
          </a:stretch>
        </p:blipFill>
        <p:spPr>
          <a:xfrm>
            <a:off x="4305200" y="2336200"/>
            <a:ext cx="4579400" cy="2524125"/>
          </a:xfrm>
          <a:prstGeom prst="rect">
            <a:avLst/>
          </a:prstGeom>
          <a:noFill/>
          <a:ln>
            <a:noFill/>
          </a:ln>
        </p:spPr>
      </p:pic>
      <p:pic>
        <p:nvPicPr>
          <p:cNvPr id="118" name="Google Shape;118;p23"/>
          <p:cNvPicPr preferRelativeResize="0"/>
          <p:nvPr/>
        </p:nvPicPr>
        <p:blipFill>
          <a:blip r:embed="rId4">
            <a:alphaModFix/>
          </a:blip>
          <a:stretch>
            <a:fillRect/>
          </a:stretch>
        </p:blipFill>
        <p:spPr>
          <a:xfrm>
            <a:off x="238450" y="257850"/>
            <a:ext cx="3894650" cy="28789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type="title"/>
          </p:nvPr>
        </p:nvSpPr>
        <p:spPr>
          <a:xfrm>
            <a:off x="246700" y="808050"/>
            <a:ext cx="31119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WEEKLY REMINDER TO SUPPLIERS </a:t>
            </a:r>
            <a:endParaRPr/>
          </a:p>
          <a:p>
            <a:pPr indent="0" lvl="0" marL="0" rtl="0" algn="l">
              <a:spcBef>
                <a:spcPts val="0"/>
              </a:spcBef>
              <a:spcAft>
                <a:spcPts val="0"/>
              </a:spcAft>
              <a:buNone/>
            </a:pPr>
            <a:r>
              <a:rPr lang="en" sz="1511"/>
              <a:t>(Python + API + Power Automate)</a:t>
            </a:r>
            <a:endParaRPr sz="844"/>
          </a:p>
        </p:txBody>
      </p:sp>
      <p:sp>
        <p:nvSpPr>
          <p:cNvPr id="124" name="Google Shape;124;p24"/>
          <p:cNvSpPr txBox="1"/>
          <p:nvPr>
            <p:ph idx="1" type="body"/>
          </p:nvPr>
        </p:nvSpPr>
        <p:spPr>
          <a:xfrm>
            <a:off x="311700" y="1733825"/>
            <a:ext cx="2808000" cy="3179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400"/>
              <a:t>Built a python script to look up all disapproved FAIRs on Net-Inspect and chase suppliers who have not taken any action in over 7 days through a Power Automate flow.</a:t>
            </a:r>
            <a:endParaRPr sz="1400"/>
          </a:p>
          <a:p>
            <a:pPr indent="0" lvl="0" marL="0" rtl="0" algn="l">
              <a:lnSpc>
                <a:spcPct val="100000"/>
              </a:lnSpc>
              <a:spcBef>
                <a:spcPts val="0"/>
              </a:spcBef>
              <a:spcAft>
                <a:spcPts val="0"/>
              </a:spcAft>
              <a:buNone/>
            </a:pPr>
            <a:r>
              <a:t/>
            </a:r>
            <a:endParaRPr sz="1400"/>
          </a:p>
        </p:txBody>
      </p:sp>
      <p:pic>
        <p:nvPicPr>
          <p:cNvPr id="125" name="Google Shape;125;p24"/>
          <p:cNvPicPr preferRelativeResize="0"/>
          <p:nvPr/>
        </p:nvPicPr>
        <p:blipFill>
          <a:blip r:embed="rId3">
            <a:alphaModFix/>
          </a:blip>
          <a:stretch>
            <a:fillRect/>
          </a:stretch>
        </p:blipFill>
        <p:spPr>
          <a:xfrm>
            <a:off x="3358600" y="742788"/>
            <a:ext cx="5480598" cy="365793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p25"/>
          <p:cNvPicPr preferRelativeResize="0"/>
          <p:nvPr/>
        </p:nvPicPr>
        <p:blipFill>
          <a:blip r:embed="rId3">
            <a:alphaModFix/>
          </a:blip>
          <a:stretch>
            <a:fillRect/>
          </a:stretch>
        </p:blipFill>
        <p:spPr>
          <a:xfrm>
            <a:off x="249225" y="2290800"/>
            <a:ext cx="5123250" cy="2605850"/>
          </a:xfrm>
          <a:prstGeom prst="rect">
            <a:avLst/>
          </a:prstGeom>
          <a:noFill/>
          <a:ln>
            <a:noFill/>
          </a:ln>
        </p:spPr>
      </p:pic>
      <p:pic>
        <p:nvPicPr>
          <p:cNvPr id="131" name="Google Shape;131;p25"/>
          <p:cNvPicPr preferRelativeResize="0"/>
          <p:nvPr/>
        </p:nvPicPr>
        <p:blipFill>
          <a:blip r:embed="rId4">
            <a:alphaModFix/>
          </a:blip>
          <a:stretch>
            <a:fillRect/>
          </a:stretch>
        </p:blipFill>
        <p:spPr>
          <a:xfrm>
            <a:off x="5498375" y="211900"/>
            <a:ext cx="3542126" cy="4684750"/>
          </a:xfrm>
          <a:prstGeom prst="rect">
            <a:avLst/>
          </a:prstGeom>
          <a:noFill/>
          <a:ln>
            <a:noFill/>
          </a:ln>
        </p:spPr>
      </p:pic>
      <p:pic>
        <p:nvPicPr>
          <p:cNvPr id="132" name="Google Shape;132;p25"/>
          <p:cNvPicPr preferRelativeResize="0"/>
          <p:nvPr/>
        </p:nvPicPr>
        <p:blipFill>
          <a:blip r:embed="rId5">
            <a:alphaModFix/>
          </a:blip>
          <a:stretch>
            <a:fillRect/>
          </a:stretch>
        </p:blipFill>
        <p:spPr>
          <a:xfrm>
            <a:off x="249225" y="211889"/>
            <a:ext cx="5123249" cy="207891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6"/>
          <p:cNvSpPr txBox="1"/>
          <p:nvPr>
            <p:ph type="title"/>
          </p:nvPr>
        </p:nvSpPr>
        <p:spPr>
          <a:xfrm>
            <a:off x="246700" y="808050"/>
            <a:ext cx="31119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Net Inspect KPIs </a:t>
            </a:r>
            <a:endParaRPr/>
          </a:p>
          <a:p>
            <a:pPr indent="0" lvl="0" marL="0" rtl="0" algn="l">
              <a:spcBef>
                <a:spcPts val="0"/>
              </a:spcBef>
              <a:spcAft>
                <a:spcPts val="0"/>
              </a:spcAft>
              <a:buNone/>
            </a:pPr>
            <a:r>
              <a:rPr lang="en" sz="1511"/>
              <a:t>(Python + API)</a:t>
            </a:r>
            <a:endParaRPr sz="844"/>
          </a:p>
        </p:txBody>
      </p:sp>
      <p:sp>
        <p:nvSpPr>
          <p:cNvPr id="138" name="Google Shape;138;p26"/>
          <p:cNvSpPr txBox="1"/>
          <p:nvPr>
            <p:ph idx="1" type="body"/>
          </p:nvPr>
        </p:nvSpPr>
        <p:spPr>
          <a:xfrm>
            <a:off x="311700" y="1733825"/>
            <a:ext cx="2808000" cy="3179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400"/>
              <a:t>Developed an app, which connects to the Net Inspect API, calculates weekly and monthly KPIs for various locations and pastes data to Tracker in Sharepoint for the Quality department in SSC, Poland.</a:t>
            </a:r>
            <a:endParaRPr sz="1400"/>
          </a:p>
        </p:txBody>
      </p:sp>
      <p:pic>
        <p:nvPicPr>
          <p:cNvPr id="139" name="Google Shape;139;p26"/>
          <p:cNvPicPr preferRelativeResize="0"/>
          <p:nvPr/>
        </p:nvPicPr>
        <p:blipFill>
          <a:blip r:embed="rId3">
            <a:alphaModFix/>
          </a:blip>
          <a:stretch>
            <a:fillRect/>
          </a:stretch>
        </p:blipFill>
        <p:spPr>
          <a:xfrm>
            <a:off x="3746865" y="894100"/>
            <a:ext cx="4806085" cy="2318725"/>
          </a:xfrm>
          <a:prstGeom prst="rect">
            <a:avLst/>
          </a:prstGeom>
          <a:noFill/>
          <a:ln>
            <a:noFill/>
          </a:ln>
        </p:spPr>
      </p:pic>
      <p:pic>
        <p:nvPicPr>
          <p:cNvPr id="140" name="Google Shape;140;p26"/>
          <p:cNvPicPr preferRelativeResize="0"/>
          <p:nvPr/>
        </p:nvPicPr>
        <p:blipFill>
          <a:blip r:embed="rId4">
            <a:alphaModFix/>
          </a:blip>
          <a:stretch>
            <a:fillRect/>
          </a:stretch>
        </p:blipFill>
        <p:spPr>
          <a:xfrm>
            <a:off x="3746875" y="3366215"/>
            <a:ext cx="4806076" cy="92908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id="145" name="Google Shape;145;p27"/>
          <p:cNvPicPr preferRelativeResize="0"/>
          <p:nvPr/>
        </p:nvPicPr>
        <p:blipFill>
          <a:blip r:embed="rId3">
            <a:alphaModFix/>
          </a:blip>
          <a:stretch>
            <a:fillRect/>
          </a:stretch>
        </p:blipFill>
        <p:spPr>
          <a:xfrm>
            <a:off x="908838" y="368863"/>
            <a:ext cx="7326325" cy="44057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8"/>
          <p:cNvSpPr txBox="1"/>
          <p:nvPr>
            <p:ph type="title"/>
          </p:nvPr>
        </p:nvSpPr>
        <p:spPr>
          <a:xfrm>
            <a:off x="246700" y="808050"/>
            <a:ext cx="31119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INSPECTION ERRORS KPIs</a:t>
            </a:r>
            <a:endParaRPr/>
          </a:p>
          <a:p>
            <a:pPr indent="0" lvl="0" marL="0" rtl="0" algn="l">
              <a:spcBef>
                <a:spcPts val="0"/>
              </a:spcBef>
              <a:spcAft>
                <a:spcPts val="0"/>
              </a:spcAft>
              <a:buNone/>
            </a:pPr>
            <a:r>
              <a:rPr lang="en" sz="1511"/>
              <a:t>(Python + API + Power Automate)</a:t>
            </a:r>
            <a:endParaRPr sz="844"/>
          </a:p>
        </p:txBody>
      </p:sp>
      <p:sp>
        <p:nvSpPr>
          <p:cNvPr id="151" name="Google Shape;151;p28"/>
          <p:cNvSpPr txBox="1"/>
          <p:nvPr>
            <p:ph idx="1" type="body"/>
          </p:nvPr>
        </p:nvSpPr>
        <p:spPr>
          <a:xfrm>
            <a:off x="311700" y="1733825"/>
            <a:ext cx="2808000" cy="3179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400"/>
              <a:t>Developed an app, which moves xlsx files from Outlook via Power Automate flow to Sharepoint folder, analyses them in python, calculates KPIs and pastes data to Tracker in Sharepoint for the Quality department in SSC, Poland.</a:t>
            </a:r>
            <a:endParaRPr sz="1400"/>
          </a:p>
        </p:txBody>
      </p:sp>
      <p:pic>
        <p:nvPicPr>
          <p:cNvPr id="152" name="Google Shape;152;p28"/>
          <p:cNvPicPr preferRelativeResize="0"/>
          <p:nvPr/>
        </p:nvPicPr>
        <p:blipFill>
          <a:blip r:embed="rId3">
            <a:alphaModFix/>
          </a:blip>
          <a:stretch>
            <a:fillRect/>
          </a:stretch>
        </p:blipFill>
        <p:spPr>
          <a:xfrm>
            <a:off x="3681276" y="146588"/>
            <a:ext cx="4991301" cy="48503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id="157" name="Google Shape;157;p29"/>
          <p:cNvPicPr preferRelativeResize="0"/>
          <p:nvPr/>
        </p:nvPicPr>
        <p:blipFill>
          <a:blip r:embed="rId3">
            <a:alphaModFix/>
          </a:blip>
          <a:stretch>
            <a:fillRect/>
          </a:stretch>
        </p:blipFill>
        <p:spPr>
          <a:xfrm>
            <a:off x="142050" y="183213"/>
            <a:ext cx="5719500" cy="2711635"/>
          </a:xfrm>
          <a:prstGeom prst="rect">
            <a:avLst/>
          </a:prstGeom>
          <a:noFill/>
          <a:ln>
            <a:noFill/>
          </a:ln>
        </p:spPr>
      </p:pic>
      <p:pic>
        <p:nvPicPr>
          <p:cNvPr id="158" name="Google Shape;158;p29"/>
          <p:cNvPicPr preferRelativeResize="0"/>
          <p:nvPr/>
        </p:nvPicPr>
        <p:blipFill>
          <a:blip r:embed="rId4">
            <a:alphaModFix/>
          </a:blip>
          <a:stretch>
            <a:fillRect/>
          </a:stretch>
        </p:blipFill>
        <p:spPr>
          <a:xfrm>
            <a:off x="4079298" y="2052900"/>
            <a:ext cx="4891125" cy="29489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0"/>
          <p:cNvSpPr txBox="1"/>
          <p:nvPr>
            <p:ph type="title"/>
          </p:nvPr>
        </p:nvSpPr>
        <p:spPr>
          <a:xfrm>
            <a:off x="246700" y="1249100"/>
            <a:ext cx="31119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FORM 1 HEADER &amp; PRICE REDACTION TOOL</a:t>
            </a:r>
            <a:endParaRPr/>
          </a:p>
          <a:p>
            <a:pPr indent="0" lvl="0" marL="0" rtl="0" algn="l">
              <a:spcBef>
                <a:spcPts val="0"/>
              </a:spcBef>
              <a:spcAft>
                <a:spcPts val="0"/>
              </a:spcAft>
              <a:buNone/>
            </a:pPr>
            <a:r>
              <a:rPr lang="en" sz="1511"/>
              <a:t>(Python: pypdf, fitz, ocr)</a:t>
            </a:r>
            <a:endParaRPr sz="1511"/>
          </a:p>
        </p:txBody>
      </p:sp>
      <p:sp>
        <p:nvSpPr>
          <p:cNvPr id="164" name="Google Shape;164;p30"/>
          <p:cNvSpPr txBox="1"/>
          <p:nvPr>
            <p:ph idx="1" type="body"/>
          </p:nvPr>
        </p:nvSpPr>
        <p:spPr>
          <a:xfrm>
            <a:off x="300950" y="2124175"/>
            <a:ext cx="2808000" cy="2207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400"/>
              <a:t>Built a python exe tool which adds a header to Form 1 with Incora’s information, adds inspector’s stamp and redacts any sensitive data (price, leadtime, etc.) in Purchase Order for the Quality dept in SSC, Poland.</a:t>
            </a:r>
            <a:endParaRPr sz="1400"/>
          </a:p>
        </p:txBody>
      </p:sp>
      <p:pic>
        <p:nvPicPr>
          <p:cNvPr id="165" name="Google Shape;165;p30"/>
          <p:cNvPicPr preferRelativeResize="0"/>
          <p:nvPr/>
        </p:nvPicPr>
        <p:blipFill>
          <a:blip r:embed="rId3">
            <a:alphaModFix/>
          </a:blip>
          <a:stretch>
            <a:fillRect/>
          </a:stretch>
        </p:blipFill>
        <p:spPr>
          <a:xfrm>
            <a:off x="3358600" y="757838"/>
            <a:ext cx="5480600" cy="352023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p31"/>
          <p:cNvPicPr preferRelativeResize="0"/>
          <p:nvPr/>
        </p:nvPicPr>
        <p:blipFill>
          <a:blip r:embed="rId3">
            <a:alphaModFix/>
          </a:blip>
          <a:stretch>
            <a:fillRect/>
          </a:stretch>
        </p:blipFill>
        <p:spPr>
          <a:xfrm>
            <a:off x="961513" y="152400"/>
            <a:ext cx="7220972" cy="48387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id="175" name="Google Shape;175;p32"/>
          <p:cNvPicPr preferRelativeResize="0"/>
          <p:nvPr/>
        </p:nvPicPr>
        <p:blipFill>
          <a:blip r:embed="rId3">
            <a:alphaModFix/>
          </a:blip>
          <a:stretch>
            <a:fillRect/>
          </a:stretch>
        </p:blipFill>
        <p:spPr>
          <a:xfrm>
            <a:off x="876300" y="542925"/>
            <a:ext cx="7391400" cy="40576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